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Edge</a:t>
            </a:r>
          </a:p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AI Education at the Last Mile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UM – Gunners  ·  University of Malaya  ·  Malaysia</a:t>
            </a:r>
          </a:p>
          <a:p>
            <a:pPr algn="l"/>
            <a:r>
              <a:rPr sz="1600" b="0" i="0">
                <a:solidFill>
                  <a:srgbClr val="E0D8FF"/>
                </a:solidFill>
                <a:latin typeface="Calibri"/>
              </a:rPr>
              <a:t>Track: AI for Education  ·  ASEAN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Problem Statement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Why it matters —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60M+ rural ASEAN learners excluded by a triple divide: no internet, no grid power, no mother-tongue AI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55% of Filipino 15-year-olds score below the PISA minimum in maths; only 30% of Cambodian Grade-5 students meet basic reading (UNICEF SEA-PLM, 2019)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Rural internet penetration: 18% Timor-Leste, 25% Myanmar, 28% Laos (ITU, 2023)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Cloud AI (ChatGPT, etc.) is built for the connected world and fails entirely off-grid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The AI Solution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The elevator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Edge: a fully offline, solar-powered AI tutoring hub on a Raspberry Pi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Broadcasts a local Wi-Fi network — students connect from their own phones, no internet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An Agentic RAG pipeline delivers curriculum-grounded answers, adaptive quizzes, voice interaction and PDF microcredentials — in the student's mother tongue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≈ USD 0.60 per student per year; ≈ USD 220 solar hardware, no recurring cloud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Competitive Advantage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What makes Edge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100% offline — works where cloud LLMs cannot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Mother-tongue incl. low-resource languages (Iban, Cebuano) excluded from mainstream models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Curriculum-grounded → measured 0% hallucination / false-grounding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Tiered response + confidence transparency — usable without over-restricting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Solar-powered, low-cost hardware, zero recurring fees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Technical Architecture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Inputs → AI processing → outputs (see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Inputs: voice/text queries (English + dialects), curriculum vector store, student profiles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Processing (100% offline): 4-agent Agentic RAG — Translation, Personalised Context, Pedagogical Reasoning, Verification — with cross-lingual retrieval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Outputs: mother-tongue answers with page-level citations, adaptive quizzes, confidence-coded UI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Hardware: Raspberry Pi + solar + battery + router; two-node split (inference + app) for memory-constrained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AI Approach &amp; Model Selection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Which models,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Phi-3 Mini (4-bit GGUF via Ollama) — reasoning &amp; tutoring; small enough for edge inference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paraphrase-multilingual-MiniLM-L12-v2 — cross-lingual semantic retrieval (key to the bias fix)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NLLB-200-distilled-600M — NMT across ASEAN languages; glossary bridge for non-NLLB dialects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Whisper.cpp + Piper — offline speech-to-text and text-to-speech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Why: open-weight, permissively licensed, ARM-optimised, fully offline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Data Strategy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Sources, licensing,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Curriculum: OpenStax (CC BY 4.0) + national OER from KPM, DepEd, Kemendikbud + team-authored lessons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Translation references: open VynerCK/Iban-language-data + teacher-verified corrections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Cleaning: manual curation against ministry standards, page-level chunking, idempotent ingestion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Licensing: CC BY 4.0, MIT (Phi-3), Apache 2.0 (Piper), CC BY-NC 4.0 (NLLB)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AI Ethics &amp; Responsibility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Bias mitigation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Bias measured &amp; mitigated: same question, English 100% vs Thai 50% grounding → cross-lingual retrieval recovered Thai/Vietnamese to 62%, fully closed Iban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Western-centric bias mitigated by using regional OER as the sole RAG context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Privacy: RBAC + per-teacher identities + audit log; encryption (LUKS + encrypted USB); parental-consent record; retention purge + right-to-erasure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Human oversight at every layer — curation, linguistic audit, confidence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Prototype Demonstration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Visual proof + the AI 'logic'  (insert screenshots / GIF)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Demo video: https://youtu.be/Ms_y6FUbKwU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Live: grounded chat with page-level citations + confidence badge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Tiered AI logic: grounded (cited) → supplementary (labelled) → controlled non-response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Mobile-first PWA — students connect from their own phones; teacher analytics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Technical Hurdles (honest reflection)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Bugs, hallucinations and data gaps we overcame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Hallucination in low-context queries → Verification Agent + tiered distance gates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Automated LLM judges unreliable (3.4–97% spread on identical answers) → human validation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Translation 'looked weak' (chrF 28) → measurement bug; scoring the translation gives chrF 56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Query translation degraded retrieval for non-English → cross-lingual retrieval fix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Memory on 4 GB Pi → admission queue + client-side TTS offload + two-node split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Accuracy &amp; Efficiency Metrics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Reproducible via the evaluation harness (tools/eval_*.py) — measured, not claimed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737360"/>
                <a:gridCol w="530352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5B3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5B3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>
                    <a:solidFill>
                      <a:srgbClr val="5B3F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Retrieval recall@k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Correct curriculum source always retrieved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Retrieval precision@k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Chunks actually containing the answer's facts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Hallucination / false-grounding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Off-curriculum never cited as grounded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Non-response (in-curriculum)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No legitimate question left unanswered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Concept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~97%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Answers contain the required key facts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Iban translation (chrF)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Decent for covered vocabulary; flywheel grows it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Load test (dev node)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</a:rPr>
                        <a:t>0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8"/>
                          </a:solidFill>
                        </a:rPr>
                        <a:t>Admission queue holds; throughput ~11 req/min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60"/>
                </a:solidFill>
                <a:latin typeface="Calibri"/>
              </a:rPr>
              <a:t>Honest note: we report concept coverage, not a single automated "accuracy %" — small LLM judges scored the same answers 3.4–97%, so answer correctness is being validated by human raters. On-Pi benchmarking is the next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Scalability Roadmap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From one school to the ASEAN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One hub → one school: ~50 connected students, admission-controlled (measured, 0 errors)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Two-node split (inference + application) for higher concurrency on low-memory Pis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Decentralized, versioned content manifest → ministries, NGOs, schools publish independently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Encrypted USB sneakernet sync → update &amp; scale with no internet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One region → ASEAN-wide via per-hub language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Impact Assessment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Alignment with UN SDGs &amp; regional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SDG 4 (Quality Education) — curriculum-grounded tutoring at the last mile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SDG 10 (Reduced Inequalities) — mother-tongue access for underserved &amp; minority-language learners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SDG 9 (Infrastructure &amp; Innovation) — resilient, off-grid education infrastructure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Regional resilience: learning continuity off-grid and in crises; minority-language preservation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Future Roadmap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Next steps after the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Micro-pilot in rural schools → measured learning outcomes (pre/post, small-n)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On-Pi benchmarking + two-node deployment validation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Fluent-speaker translation audit → sentence-level chrF; grow the dialect-glossary flywheel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Stronger embedder / fine-tuned MT as verified data accrues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Hardening: encryption rollout, parental-consent workflow, retention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3FE0"/>
                </a:solidFill>
                <a:latin typeface="Calibri"/>
              </a:rPr>
              <a:t>Team &amp; Contact</a:t>
            </a:r>
          </a:p>
          <a:p>
            <a:pPr algn="l"/>
            <a:r>
              <a:rPr sz="1500" b="0" i="1">
                <a:solidFill>
                  <a:srgbClr val="555560"/>
                </a:solidFill>
                <a:latin typeface="Calibri"/>
              </a:rPr>
              <a:t>Add 3–5 short member bios + university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UM – Gunners · University of Malaya · Malaysia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[Member 1] — role / contribution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[Member 2] — role / contribution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[Member 3] — role / contribution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02028"/>
                </a:solidFill>
                <a:latin typeface="Calibri"/>
              </a:rPr>
              <a:t>•  Repository: https://github.com/fciacia/EduNode.git   ·   Demo: https://youtu.be/Ms_y6FUbKwU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